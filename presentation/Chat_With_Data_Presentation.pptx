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965960"/>
            <a:ext cx="91440" cy="2377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92024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with Data (Excel/CSV)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3108960"/>
            <a:ext cx="108200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D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Text-to-Code Analytics with Pandas &amp; Plotly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" y="3931920"/>
            <a:ext cx="108200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[Student Name]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[Department, e.g. Computer Science and Engineering]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[College Name]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[Month Year]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Objectives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987552"/>
            <a:ext cx="1828800" cy="5029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2344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1118585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questions need computation. Retrieval cannot invent a percentage that must be calculated from rows.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297180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3337560"/>
            <a:ext cx="11002975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multi-sheet data.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writes pandas/Plotly code.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Sandboxed exec + retries.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answers and charts.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08615" y="644652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987552"/>
            <a:ext cx="1828800" cy="5029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1100297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Text-to-code — not RAG.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Schema-grounded prompts.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generated code in UI.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408615" y="644652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987552"/>
            <a:ext cx="1828800" cy="5029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234440"/>
            <a:ext cx="5432908" cy="2148840"/>
          </a:xfrm>
          <a:prstGeom prst="roundRect">
            <a:avLst>
              <a:gd name="adj" fmla="val 4255"/>
            </a:avLst>
          </a:prstGeom>
          <a:solidFill>
            <a:srgbClr val="F7FAFB"/>
          </a:solidFill>
          <a:ln w="12700">
            <a:solidFill>
              <a:srgbClr val="D7E3E6"/>
            </a:solidFill>
            <a:prstDash val="solid"/>
          </a:ln>
        </p:spPr>
      </p:sp>
      <p:pic>
        <p:nvPicPr>
          <p:cNvPr id="5" name="Image 0" descr="/home/rajank/projects/personal/collage projects/_academic-pack/assets/icons/spread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600200"/>
            <a:ext cx="41527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49757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CSV/XLSX sheets → named DataFrames.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55868" y="1234440"/>
            <a:ext cx="5432908" cy="2148840"/>
          </a:xfrm>
          <a:prstGeom prst="roundRect">
            <a:avLst>
              <a:gd name="adj" fmla="val 4255"/>
            </a:avLst>
          </a:prstGeom>
          <a:solidFill>
            <a:srgbClr val="F7FAFB"/>
          </a:solidFill>
          <a:ln w="12700">
            <a:solidFill>
              <a:srgbClr val="D7E3E6"/>
            </a:solidFill>
            <a:prstDash val="solid"/>
          </a:ln>
        </p:spPr>
      </p:sp>
      <p:pic>
        <p:nvPicPr>
          <p:cNvPr id="9" name="Image 1" descr="/home/rajank/projects/personal/collage projects/_academic-pack/assets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468" y="155448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07428" y="1600200"/>
            <a:ext cx="41527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6484468" y="2331720"/>
            <a:ext cx="49757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column/type/sample summary.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3657600"/>
            <a:ext cx="5432908" cy="2148840"/>
          </a:xfrm>
          <a:prstGeom prst="roundRect">
            <a:avLst>
              <a:gd name="adj" fmla="val 4255"/>
            </a:avLst>
          </a:prstGeom>
          <a:solidFill>
            <a:srgbClr val="F7FAFB"/>
          </a:solidFill>
          <a:ln w="12700">
            <a:solidFill>
              <a:srgbClr val="D7E3E6"/>
            </a:solidFill>
            <a:prstDash val="solid"/>
          </a:ln>
        </p:spPr>
      </p:sp>
      <p:pic>
        <p:nvPicPr>
          <p:cNvPr id="13" name="Image 2" descr="/home/rajank/projects/personal/collage projects/_academic-pack/assets/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7764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4023360"/>
            <a:ext cx="41527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31520" y="4754880"/>
            <a:ext cx="49757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writes pandas/Plotly code.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255868" y="3657600"/>
            <a:ext cx="5432908" cy="2148840"/>
          </a:xfrm>
          <a:prstGeom prst="roundRect">
            <a:avLst>
              <a:gd name="adj" fmla="val 4255"/>
            </a:avLst>
          </a:prstGeom>
          <a:solidFill>
            <a:srgbClr val="F7FAFB"/>
          </a:solidFill>
          <a:ln w="12700">
            <a:solidFill>
              <a:srgbClr val="D7E3E6"/>
            </a:solidFill>
            <a:prstDash val="solid"/>
          </a:ln>
        </p:spPr>
      </p:sp>
      <p:pic>
        <p:nvPicPr>
          <p:cNvPr id="17" name="Image 3" descr="/home/rajank/projects/personal/collage projects/_academic-pack/assets/icons/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468" y="3977640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07428" y="4023360"/>
            <a:ext cx="41527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6484468" y="4754880"/>
            <a:ext cx="49757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exec with bounded retries.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0408615" y="644652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Registry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987552"/>
            <a:ext cx="1828800" cy="5029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pic>
        <p:nvPicPr>
          <p:cNvPr id="4" name="Image 0" descr="/home/rajank/projects/personal/collage projects/_academic-pack/assets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1535" y="320040"/>
            <a:ext cx="685800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1280160"/>
            <a:ext cx="1100297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Multi-file, multi-sheet support.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frame naming for prompts.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without dumping full data.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408615" y="644652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UX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987552"/>
            <a:ext cx="1828800" cy="5029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pic>
        <p:nvPicPr>
          <p:cNvPr id="4" name="Image 0" descr="/home/rajank/projects/personal/collage projects/_academic-pack/assets/icons/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1535" y="320040"/>
            <a:ext cx="685800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1280160"/>
            <a:ext cx="1100297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`result` answers.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Plotly charts.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+ error visibility for viva.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408615" y="644652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Workflow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987552"/>
            <a:ext cx="1828800" cy="5029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1100297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sample workbook.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 aggregate question.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 chart.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retry after a bad column name.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408615" y="644652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987552"/>
            <a:ext cx="1828800" cy="5029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1100297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verified.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render.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blocks unsafe ops.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408615" y="644652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987552"/>
            <a:ext cx="1828800" cy="5029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2344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111858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teaching-friendly analytics agent that computes answers instead of retrieving them.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30632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3429000"/>
            <a:ext cx="110029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cache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checks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08615" y="644652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965960"/>
            <a:ext cx="91440" cy="2377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286000"/>
            <a:ext cx="108200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77240" y="3200400"/>
            <a:ext cx="10820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D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77240" y="457200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[Student Name]  ·  [College Name]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 with Data (Excel/CSV)</dc:title>
  <dc:subject>PptxGenJS Presentation</dc:subject>
  <dc:creator>[Student Name]</dc:creator>
  <cp:lastModifiedBy>[Student Name]</cp:lastModifiedBy>
  <cp:revision>1</cp:revision>
  <dcterms:created xsi:type="dcterms:W3CDTF">2026-10-22T09:00:51Z</dcterms:created>
  <dcterms:modified xsi:type="dcterms:W3CDTF">2026-10-22T09:00:51Z</dcterms:modified>
</cp:coreProperties>
</file>