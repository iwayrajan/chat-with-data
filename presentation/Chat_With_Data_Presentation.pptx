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62"/>
          </a:solidFill>
          <a:ln/>
        </p:spPr>
      </p:sp>
      <p:pic>
        <p:nvPicPr>
          <p:cNvPr id="3" name="Image 0" descr="/home/claude/chat-with-data/presentation/icons_chunk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0085832" y="54864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With Data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Charts and Insights from Spreadsheets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[Mini Project]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5943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  |  [2025-2026]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what to ask isn't the same as knowing how to build it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"what % is male vs female this month" means building the right pivot, formula, or chart manually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barrier repeats every time the question or the data changes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can't compute an answer from a spreadsheet they can't actually run code against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06640" y="17373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057400"/>
            <a:ext cx="731520" cy="73152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6" name="Image 0" descr="/home/claude/chat-with-data/presentation/icons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213055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29718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“Give me male and female % contribution this month.”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685800" cy="68580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4" name="Image 0" descr="/home/claude/chat-with-data/presentation/icons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7145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any spreadsheet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63040" y="1965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or multi-sheet Excel, one or many at once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645920"/>
            <a:ext cx="685800" cy="68580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8" name="Image 1" descr="/home/claude/chat-with-data/presentation/icons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17145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0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questions into code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315200" y="1965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 LLM write pandas + Plotly, not fixed templates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337560"/>
            <a:ext cx="685800" cy="68580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2" name="Image 2" descr="/home/claude/chat-with-data/presentation/icons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40614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or answer, correctly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63040" y="36576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each question to a visual or a direct answer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0" y="3337560"/>
            <a:ext cx="685800" cy="68580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6" name="Image 3" descr="/home/claude/chat-with-data/presentation/icons_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340614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0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safe and self-correcting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315200" y="36576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execution, retry automatically on error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once, then generate and run fresh code for every question</a:t>
            </a:r>
            <a:endParaRPr lang="en-US" sz="1400" dirty="0"/>
          </a:p>
        </p:txBody>
      </p:sp>
      <p:pic>
        <p:nvPicPr>
          <p:cNvPr id="4" name="Image 0" descr="/home/claude/chat-with-data/presentation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737360"/>
            <a:ext cx="7772400" cy="3666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or direct answer?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code-generation step decides for itself, by which variable it assigns</a:t>
            </a:r>
            <a:endParaRPr lang="en-US" sz="1400" dirty="0"/>
          </a:p>
        </p:txBody>
      </p:sp>
      <p:pic>
        <p:nvPicPr>
          <p:cNvPr id="4" name="Image 0" descr="/home/claude/chat-with-data/presentation/chart_routing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508760"/>
            <a:ext cx="4846320" cy="2706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5" name="Image 0" descr="/home/claude/chat-with-data/presentation/icons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8379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10712" y="15544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39312" y="178308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0" name="Image 1" descr="/home/claude/chat-with-data/presentation/icons_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183794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3592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593592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upload interface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72784" y="15544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1384" y="178308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5" name="Image 2" descr="/home/claude/chat-with-data/presentation/icons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8379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55664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55664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joins, aggregation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134856" y="15544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63456" y="178308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0" name="Image 3" descr="/home/claude/chat-with-data/presentation/icons_chu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183794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17736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317736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6118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5" name="Image 4" descr="/home/claude/chat-with-data/presentation/icons_bo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895344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" y="4480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API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31520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fast code generation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410712" y="36118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639312" y="384048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30" name="Image 5" descr="/home/claude/chat-with-data/presentation/icons_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176" y="3895344"/>
            <a:ext cx="438912" cy="4389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593592" y="4480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openpyxl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3593592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 Excel reading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272784" y="36118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501384" y="384048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35" name="Image 6" descr="/home/claude/chat-with-data/presentation/icons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3895344"/>
            <a:ext cx="438912" cy="43891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455664" y="4480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Sandboxed exec()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6455664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Restricted, safe code execution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9134856" y="36118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9363456" y="384048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40" name="Image 7" descr="/home/claude/chat-with-data/presentation/icons_robo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0" y="3895344"/>
            <a:ext cx="438912" cy="43891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317736" y="4480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loop</a:t>
            </a:r>
            <a:endParaRPr lang="en-US" sz="1250" dirty="0"/>
          </a:p>
        </p:txBody>
      </p:sp>
      <p:sp>
        <p:nvSpPr>
          <p:cNvPr id="42" name="Text 32"/>
          <p:cNvSpPr/>
          <p:nvPr/>
        </p:nvSpPr>
        <p:spPr>
          <a:xfrm>
            <a:off x="9317736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Self-corrects on error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sandbox the generated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is written by a model, not by us — it has to be contained before it runs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DECE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chat-with-data/presentation/icons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214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2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Restricted builtins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open(), no __import__, no eval/exec — only safe, minimal Python built-ins are exposed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1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057400"/>
            <a:ext cx="640080" cy="6400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1" name="Image 1" descr="/home/claude/chat-with-data/presentation/icons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12140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libraries only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09160" y="33832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and Plotly are in scope — nothing else can be imported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7373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EEDFE"/>
          </a:solidFill>
          <a:ln/>
        </p:spPr>
      </p:sp>
      <p:sp>
        <p:nvSpPr>
          <p:cNvPr id="15" name="Shape 11"/>
          <p:cNvSpPr/>
          <p:nvPr/>
        </p:nvSpPr>
        <p:spPr>
          <a:xfrm>
            <a:off x="8549640" y="2057400"/>
            <a:ext cx="640080" cy="64008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6" name="Image 2" descr="/home/claude/chat-with-data/presentation/icons_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12140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Error-driven retry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49640" y="33832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run's error message is fed back to the model for up to 2 corrected attempts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retry loop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model guesses a column name slightly wrong on the first try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AECE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2B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retry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references a column that doesn't quite match the real name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raises a KeyError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just sees a failure, with no path to a working answer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E1F5EE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retry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2860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KeyError and its message are sent back to the model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corrects the column name and rewrites the code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code runs successfully — user just sees the right answer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questions across sheets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uploaded sheet becomes its own named table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every table's schema at once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its own pd.merge() when a question needs more than one table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join configuration required from the user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0" y="1737360"/>
            <a:ext cx="4754880" cy="3566160"/>
          </a:xfrm>
          <a:prstGeom prst="roundRect">
            <a:avLst>
              <a:gd name="adj" fmla="val 3077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2011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Male vs female % contribution this month?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78040" y="26517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pd.merge(contributions, employees, on="employee_id")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px.pie(grouped, names="gender", values="percent")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78040" y="411480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EEED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Pie chart: Female 59.5% / Male 40.5%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2834640" y="20116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508760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7" name="Image 0" descr="/home/claude/chat-with-data/presentation/icons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8828" y="15499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92040" y="14630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 Excel and CSV loaded together correctly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97680" y="2286000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0" name="Image 1" descr="/home/claude/chat-with-data/presentation/icons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828" y="23271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22402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and direct-answer questions both routed correctly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297680" y="3063240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3" name="Image 2" descr="/home/claude/chat-with-data/presentation/icons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31043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30175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Cross-sheet joins written correctly by generated code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297680" y="3840480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6" name="Image 3" descr="/home/claude/chat-with-data/presentation/icons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28" y="38816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79476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loop recovers from a column-name error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4297680" y="4617720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9" name="Image 4" descr="/home/claude/chat-with-data/presentation/icons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828" y="4658868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5720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blocks file and import access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file upload and loaded tables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38912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4754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chart question and result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22960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generated code inspection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94360" cy="5943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4" name="Image 0" descr="/home/claude/chat-with-data/presentation/icons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61391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508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Executing model-written code safely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25880" y="1892808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with a restricted exec() sandbox exposing only approved libraries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0" y="1554480"/>
            <a:ext cx="594360" cy="5943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8" name="Image 1" descr="/home/claude/chat-with-data/presentation/icons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236" y="1613916"/>
            <a:ext cx="475488" cy="475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78040" y="1508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names the model got slightly wrong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178040" y="1892808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with the error-driven retry loop, up to 2 corrected attempts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611880"/>
            <a:ext cx="594360" cy="5943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2" name="Image 2" descr="/home/claude/chat-with-data/presentation/icons_chu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67131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5661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Deciding chart vs. text automatically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25880" y="3950208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via a fig/result variable convention the model itself follows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0" y="3611880"/>
            <a:ext cx="594360" cy="59436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6" name="Image 3" descr="/home/claude/chat-with-data/presentation/icons_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236" y="3671316"/>
            <a:ext cx="475488" cy="4754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78040" y="35661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Joining tables without manual config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178040" y="3950208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giving the model every table's schema and letting it write its own merge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4" name="Image 0" descr="/home/claude/chat-with-data/presentation/icons_fu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74650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6916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database connections, not just uploaded files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651760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7" name="Image 1" descr="/home/claude/chat-with-data/presentation/icons_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706624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651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sessions across app restarts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3611880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0" name="Image 2" descr="/home/claude/chat-with-data/presentation/icons_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666744"/>
            <a:ext cx="438912" cy="4389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6118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validation step checking chart labels against the original question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4572000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3" name="Image 3" descr="/home/claude/chat-with-data/presentation/icons_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626864"/>
            <a:ext cx="438912" cy="4389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45720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clarification prompts for genuinely ambiguous questions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6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2026-07-25T16:10:34Z</dcterms:created>
  <dcterms:modified xsi:type="dcterms:W3CDTF">2026-07-25T16:10:34Z</dcterms:modified>
</cp:coreProperties>
</file>